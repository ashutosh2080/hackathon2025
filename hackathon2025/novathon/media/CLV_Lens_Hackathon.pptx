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219456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21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HACKATHON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Lens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Lifetime Value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Segmentation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3383280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best customers before they leave.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Track  •  4-Hour Hackathon  •  2026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286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11480" y="2926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just 20% of customers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80160"/>
            <a:ext cx="27432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5200" dirty="0"/>
          </a:p>
        </p:txBody>
      </p:sp>
      <p:sp>
        <p:nvSpPr>
          <p:cNvPr id="14" name="Text 10"/>
          <p:cNvSpPr/>
          <p:nvPr/>
        </p:nvSpPr>
        <p:spPr>
          <a:xfrm>
            <a:off x="3383280" y="2926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acquire a new customer than retain one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80160"/>
            <a:ext cx="27432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087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103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5200" dirty="0"/>
          </a:p>
        </p:txBody>
      </p:sp>
      <p:sp>
        <p:nvSpPr>
          <p:cNvPr id="19" name="Text 14"/>
          <p:cNvSpPr/>
          <p:nvPr/>
        </p:nvSpPr>
        <p:spPr>
          <a:xfrm>
            <a:off x="6355080" y="2926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can't identify which customers will churn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Without CLV data, businesses spray marketing budgets blindly — wasting money on wrong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Lens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web app that takes raw customer purchase data and instantly outputs CLV scores, customer segments, and smart marketing actions — in seconds.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280160"/>
            <a:ext cx="347472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1280160"/>
            <a:ext cx="914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1673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history — date, amount, 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2377440"/>
            <a:ext cx="347472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2377440"/>
            <a:ext cx="914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423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Engine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27706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Auto-computes Recency, Frequency, Monetary scores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0" y="3474720"/>
            <a:ext cx="347472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0" y="3474720"/>
            <a:ext cx="914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Act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3867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 with actionable recommendations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914400" cy="347472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34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4434840"/>
            <a:ext cx="914400" cy="347472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4434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77440" y="4434840"/>
            <a:ext cx="914400" cy="347472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4434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4434840"/>
            <a:ext cx="914400" cy="347472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4434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Algorithm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01168" y="123444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234440"/>
            <a:ext cx="20116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01168" y="2606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29260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recently, buy often &amp; spend most. Reward them.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14016" y="123444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14016" y="1234440"/>
            <a:ext cx="2011680" cy="502920"/>
          </a:xfrm>
          <a:prstGeom prst="rect">
            <a:avLst/>
          </a:prstGeom>
          <a:solidFill>
            <a:srgbClr val="2B9348"/>
          </a:solidFill>
          <a:ln w="12700">
            <a:solidFill>
              <a:srgbClr val="2B93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14016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14016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9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414016" y="2606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05456" y="29260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buyers. Upsell premium products.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6864" y="123444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234440"/>
            <a:ext cx="20116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26864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626864" y="2606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8304" y="29260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big but haven't returned. Send win-back offers.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39712" y="123444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39712" y="1234440"/>
            <a:ext cx="2011680" cy="5029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9712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6839712" y="2606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31152" y="29260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gone. Low cost re-engagement campaigns only.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62272"/>
            <a:ext cx="841248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Each segment gets a personalised action card: discount, loyalty reward, re-engagement email, or drop.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WHY CLV LENS WINS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60120" y="1755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marketing ROI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23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with targeted nudges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747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960120" y="38587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instant insights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1234440"/>
            <a:ext cx="4114800" cy="32918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54880" y="1234440"/>
            <a:ext cx="41148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754880" y="1234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buildable in 4 hours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37760" y="17830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— pure browser, instant deploy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= 3 formulas, no ML library needed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handles all visualisation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dataset pre-loaded for judges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compelling demo story ready to go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customer hasn't ordered in 60 days — CLV Lens flags them as At-Risk and suggests a 20% discount offer."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CLV Lens – AI Customer Lifetime Value Prediction</dc:title>
  <dc:subject>PptxGenJS Presentation</dc:subject>
  <dc:creator>PptxGenJS</dc:creator>
  <cp:lastModifiedBy>PptxGenJS</cp:lastModifiedBy>
  <cp:revision>1</cp:revision>
  <dcterms:created xsi:type="dcterms:W3CDTF">2026-03-06T05:02:31Z</dcterms:created>
  <dcterms:modified xsi:type="dcterms:W3CDTF">2026-03-06T05:02:31Z</dcterms:modified>
</cp:coreProperties>
</file>